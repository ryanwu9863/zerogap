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edae5519724457" /><Relationship Type="http://schemas.openxmlformats.org/officeDocument/2006/relationships/extended-properties" Target="/docProps/app.xml" Id="R5cecaf2daa8847af" /><Relationship Type="http://schemas.openxmlformats.org/officeDocument/2006/relationships/officeDocument" Target="/ppt/presentation.xml" Id="R94b0ea06a32f43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62435e226040e3"/>
  </p:sldMasterIdLst>
  <p:notesMasterIdLst>
    <p:notesMasterId xmlns:r="http://schemas.openxmlformats.org/officeDocument/2006/relationships" r:id="Re19950e693b54367"/>
  </p:notesMasterIdLst>
  <p:sldIdLst>
    <p:sldId xmlns:r="http://schemas.openxmlformats.org/officeDocument/2006/relationships" id="256" r:id="Rda5f9286b6a648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54faa6263e41eb" /><Relationship Type="http://schemas.openxmlformats.org/officeDocument/2006/relationships/slideMaster" Target="/ppt/slideMasters/slideMaster1.xml" Id="Re262435e226040e3" /><Relationship Type="http://schemas.openxmlformats.org/officeDocument/2006/relationships/notesMaster" Target="/ppt/notesMasters/notesMaster1.xml" Id="Re19950e693b54367" /><Relationship Type="http://schemas.openxmlformats.org/officeDocument/2006/relationships/presProps" Target="/ppt/presProps.xml" Id="R0b717463cc014705" /><Relationship Type="http://schemas.openxmlformats.org/officeDocument/2006/relationships/tableStyles" Target="/ppt/tableStyles.xml" Id="R6b426319300d4348" /><Relationship Type="http://schemas.openxmlformats.org/officeDocument/2006/relationships/slide" Target="/ppt/slides/slide1.xml" Id="Rda5f9286b6a648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e4d75f5bca4d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3a313912394edb" /><Relationship Type="http://schemas.openxmlformats.org/officeDocument/2006/relationships/notesMaster" Target="/ppt/notesMasters/notesMaster1.xml" Id="R2eecc1ce1f9649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人｜30 秒</a:t>
            </a:r>
          </a:p>
          <a:p xmlns:a="http://schemas.openxmlformats.org/drawingml/2006/main">
            <a:r>
              <a:t>各位老師、各位同學大家好。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3a041c8c0b45f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175d636d9d45b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1423a84187452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15486b6297479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4953521706493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380cdb771c47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0C44DF-96E9-4DAD-B36D-5B829A4D8A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52533B7-4F95-46CE-A014-9B23843AC74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AEFEB47-C3EB-4D3A-ADEC-96757142A5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CDC7DE0-70C0-4FF8-8FEB-0F33CF184B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CACDBB6-E980-46AB-814E-E1F114794F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C6E60A1-4FFF-40B3-9056-D47BE4F0BD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2D88DCF-8664-4E72-9B51-8C8BABF09C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F15BE7F-6198-4AE0-9561-DE2C0DFF4AA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3FC1D49-FBD9-4CE6-B038-512AACE0A1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09C1EAD-EC7C-47C8-87A8-A77AF299E4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52c131f22b465d" /><Relationship Type="http://schemas.openxmlformats.org/officeDocument/2006/relationships/slideLayout" Target="/ppt/slideLayouts/slideLayout1.xml" Id="R54d3e063a19743df" /><Relationship Type="http://schemas.openxmlformats.org/officeDocument/2006/relationships/slideLayout" Target="/ppt/slideLayouts/slideLayout2.xml" Id="Ra6719ed4deda4edc" /><Relationship Type="http://schemas.openxmlformats.org/officeDocument/2006/relationships/slideLayout" Target="/ppt/slideLayouts/slideLayout3.xml" Id="Rcf8847dfaab74921" /><Relationship Type="http://schemas.openxmlformats.org/officeDocument/2006/relationships/slideLayout" Target="/ppt/slideLayouts/slideLayout4.xml" Id="R0cb2c83e8ad34086" /><Relationship Type="http://schemas.openxmlformats.org/officeDocument/2006/relationships/slideLayout" Target="/ppt/slideLayouts/slideLayout5.xml" Id="Ra2f3e47eb1c8488c" /><Relationship Type="http://schemas.openxmlformats.org/officeDocument/2006/relationships/slideLayout" Target="/ppt/slideLayouts/slideLayout6.xml" Id="Rcd38b04398ed49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d3e063a19743df"/>
    <p:sldLayoutId xmlns:r="http://schemas.openxmlformats.org/officeDocument/2006/relationships" id="2147483650" r:id="Ra6719ed4deda4edc"/>
    <p:sldLayoutId xmlns:r="http://schemas.openxmlformats.org/officeDocument/2006/relationships" id="2147483651" r:id="Rcf8847dfaab74921"/>
    <p:sldLayoutId xmlns:r="http://schemas.openxmlformats.org/officeDocument/2006/relationships" id="2147483652" r:id="R0cb2c83e8ad34086"/>
    <p:sldLayoutId xmlns:r="http://schemas.openxmlformats.org/officeDocument/2006/relationships" id="2147483653" r:id="Ra2f3e47eb1c8488c"/>
    <p:sldLayoutId xmlns:r="http://schemas.openxmlformats.org/officeDocument/2006/relationships" id="2147483654" r:id="Rcd38b04398ed49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6f3a75f2954620" /><Relationship Type="http://schemas.openxmlformats.org/officeDocument/2006/relationships/notesSlide" Target="/ppt/notesSlides/notesSlide1.xml" Id="Re912aacddf484f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99C34C-3DBD-4F6A-8282-7BFC2B53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52D3B"/>
                </a:solidFill>
              </a:defRPr>
            </a:defPPr>
            <a:lvl1pPr>
              <a:defRPr sz="3600" b="1">
                <a:solidFill>
                  <a:srgbClr val="152D3B"/>
                </a:solidFill>
              </a:defRPr>
            </a:lvl1pPr>
            <a:lvl2pPr>
              <a:defRPr sz="3600" b="1">
                <a:solidFill>
                  <a:srgbClr val="152D3B"/>
                </a:solidFill>
              </a:defRPr>
            </a:lvl2pPr>
            <a:lvl3pPr>
              <a:defRPr sz="3600" b="1">
                <a:solidFill>
                  <a:srgbClr val="152D3B"/>
                </a:solidFill>
              </a:defRPr>
            </a:lvl3pPr>
            <a:lvl4pPr>
              <a:defRPr sz="3600" b="1">
                <a:solidFill>
                  <a:srgbClr val="152D3B"/>
                </a:solidFill>
              </a:defRPr>
            </a:lvl4pPr>
            <a:lvl5pPr>
              <a:defRPr sz="3600" b="1">
                <a:solidFill>
                  <a:srgbClr val="152D3B"/>
                </a:solidFill>
              </a:defRPr>
            </a:lvl5pPr>
            <a:lvl6pPr>
              <a:defRPr sz="3600" b="1">
                <a:solidFill>
                  <a:srgbClr val="152D3B"/>
                </a:solidFill>
              </a:defRPr>
            </a:lvl6pPr>
            <a:lvl7pPr>
              <a:defRPr sz="3600" b="1">
                <a:solidFill>
                  <a:srgbClr val="152D3B"/>
                </a:solidFill>
              </a:defRPr>
            </a:lvl7pPr>
            <a:lvl8pPr>
              <a:defRPr sz="3600" b="1">
                <a:solidFill>
                  <a:srgbClr val="152D3B"/>
                </a:solidFill>
              </a:defRPr>
            </a:lvl8pPr>
            <a:lvl9pPr>
              <a:defRPr sz="3600" b="1">
                <a:solidFill>
                  <a:srgbClr val="152D3B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52D3B"/>
                </a:solidFill>
              </a:defRPr>
            </a:pPr>
            <a:r>
              <a:rPr sz="3600" b="1">
                <a:solidFill>
                  <a:srgbClr val="152D3B"/>
                </a:solidFill>
              </a:rPr>
              <a:t>ZeroGap 零空檔｜行程可行性篩選</a:t>
            </a:r>
          </a:p>
        </p:txBody>
      </p:sp>
    </p:spTree>
    <p:extLst>
      <p:ext uri="{BB962C8B-B14F-4D97-AF65-F5344CB8AC3E}">
        <p14:creationId xmlns:p14="http://schemas.microsoft.com/office/powerpoint/2010/main" val="13570628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2026-10-21T06:46:03.3260000Z</dcterms:created>
  <dcterms:modified xsi:type="dcterms:W3CDTF">2026-10-21T06:46:03.3260000Z</dcterms:modified>
</coreProperties>
</file>